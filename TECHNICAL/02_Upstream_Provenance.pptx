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K_PFLFL</a:t>
            </a:r>
          </a:p>
          <a:p>
            <a:r>
              <a:t>Tier: TIER_5_WORLD_NEURO_EMBODIED</a:t>
            </a:r>
          </a:p>
          <a:p>
            <a:r>
              <a:t>Identity: Upstream adap/flower @ 3bb1dcf78b2c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Recorded 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adap/flower |</a:t>
            </a:r>
          </a:p>
          <a:p>
            <a:r>
              <a:t>| Commit | 3bb1dcf78b2c4c50d1216c31bb2fdc401748218a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133.39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K_PFLFL is vendored under Apache-2.0 (permissive). Any Anticloud edit to</a:t>
            </a:r>
          </a:p>
          <a:p>
            <a:r>
              <a:t>the vendored tree is a derivative work and is tracked in</a:t>
            </a:r>
          </a:p>
          <a:p>
            <a:r>
              <a:t>anticloud-edits.json; the notice of changes is at the project NOTICE.md.</a:t>
            </a:r>
          </a:p>
          <a:p>
            <a:r>
              <a:t>Where the licence class is unknown, no edit may be applied until the</a:t>
            </a:r>
          </a:p>
          <a:p>
            <a:r>
              <a:t>licence is identified, because the absence of a licence is not a grant.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