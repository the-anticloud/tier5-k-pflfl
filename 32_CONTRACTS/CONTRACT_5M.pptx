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$5,000,000 — K Pflfl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Growth | 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Pflfl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$5,000,000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Flagship reference 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