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K_PFLFL</a:t>
            </a:r>
          </a:p>
          <a:p>
            <a:r>
              <a:t>Tier: TIER_5_WORLD_NEURO_EMBODIED</a:t>
            </a:r>
          </a:p>
          <a:p>
            <a:r>
              <a:t>Identity: Upstream adap/flower @ 3bb1dcf78b2c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adap/flower |</a:t>
            </a:r>
          </a:p>
          <a:p>
            <a:r>
              <a:t>| Commit | 3bb1dcf78b2c4c50d1216c31bb2fdc401748218a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133.39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K_PFLFL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